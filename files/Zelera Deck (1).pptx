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1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9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8.jpeg" ContentType="image/jpe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03000" y="1186920"/>
            <a:ext cx="6137640" cy="213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18900000">
            <a:off x="66240" y="72864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13;p2"/>
          <p:cNvSpPr/>
          <p:nvPr/>
        </p:nvSpPr>
        <p:spPr>
          <a:xfrm>
            <a:off x="1285560" y="460800"/>
            <a:ext cx="475560" cy="47556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14;p2"/>
          <p:cNvSpPr/>
          <p:nvPr/>
        </p:nvSpPr>
        <p:spPr>
          <a:xfrm>
            <a:off x="7217280" y="334440"/>
            <a:ext cx="1814400" cy="40968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5;p2"/>
          <p:cNvSpPr/>
          <p:nvPr/>
        </p:nvSpPr>
        <p:spPr>
          <a:xfrm rot="16200000">
            <a:off x="7568280" y="4141800"/>
            <a:ext cx="799200" cy="924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6;p2"/>
          <p:cNvSpPr/>
          <p:nvPr/>
        </p:nvSpPr>
        <p:spPr>
          <a:xfrm>
            <a:off x="8240400" y="348156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7;p2"/>
          <p:cNvSpPr/>
          <p:nvPr/>
        </p:nvSpPr>
        <p:spPr>
          <a:xfrm>
            <a:off x="655920" y="4302360"/>
            <a:ext cx="1105200" cy="743760"/>
          </a:xfrm>
          <a:prstGeom prst="round1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83;p11"/>
          <p:cNvSpPr/>
          <p:nvPr/>
        </p:nvSpPr>
        <p:spPr>
          <a:xfrm>
            <a:off x="328320" y="26856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664000" y="1622520"/>
            <a:ext cx="3816000" cy="130212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86;p11"/>
          <p:cNvSpPr/>
          <p:nvPr/>
        </p:nvSpPr>
        <p:spPr>
          <a:xfrm rot="18900000">
            <a:off x="8364960" y="4426920"/>
            <a:ext cx="792000" cy="79200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87;p11"/>
          <p:cNvSpPr/>
          <p:nvPr/>
        </p:nvSpPr>
        <p:spPr>
          <a:xfrm>
            <a:off x="663480" y="126360"/>
            <a:ext cx="299520" cy="29952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88;p11"/>
          <p:cNvSpPr/>
          <p:nvPr/>
        </p:nvSpPr>
        <p:spPr>
          <a:xfrm>
            <a:off x="7217280" y="334440"/>
            <a:ext cx="1814400" cy="40968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89;p11"/>
          <p:cNvSpPr/>
          <p:nvPr/>
        </p:nvSpPr>
        <p:spPr>
          <a:xfrm rot="16200000">
            <a:off x="8572680" y="3771000"/>
            <a:ext cx="425520" cy="492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90;p11"/>
          <p:cNvSpPr/>
          <p:nvPr/>
        </p:nvSpPr>
        <p:spPr>
          <a:xfrm>
            <a:off x="188280" y="45230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91;p11"/>
          <p:cNvSpPr/>
          <p:nvPr/>
        </p:nvSpPr>
        <p:spPr>
          <a:xfrm rot="5401200">
            <a:off x="25200" y="717480"/>
            <a:ext cx="706680" cy="47556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94;p13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825480" y="2449800"/>
            <a:ext cx="2175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title"/>
          </p:nvPr>
        </p:nvSpPr>
        <p:spPr>
          <a:xfrm>
            <a:off x="3484440" y="2449800"/>
            <a:ext cx="2175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143400" y="2449800"/>
            <a:ext cx="217512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title"/>
          </p:nvPr>
        </p:nvSpPr>
        <p:spPr>
          <a:xfrm>
            <a:off x="825480" y="1816200"/>
            <a:ext cx="946800" cy="57240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title"/>
          </p:nvPr>
        </p:nvSpPr>
        <p:spPr>
          <a:xfrm>
            <a:off x="3484440" y="1816200"/>
            <a:ext cx="946800" cy="57240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title"/>
          </p:nvPr>
        </p:nvSpPr>
        <p:spPr>
          <a:xfrm>
            <a:off x="6143400" y="1816200"/>
            <a:ext cx="946800" cy="57240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105;p13"/>
          <p:cNvSpPr/>
          <p:nvPr/>
        </p:nvSpPr>
        <p:spPr>
          <a:xfrm rot="9014400">
            <a:off x="371160" y="4167720"/>
            <a:ext cx="684000" cy="68400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Google Shape;106;p13"/>
          <p:cNvSpPr/>
          <p:nvPr/>
        </p:nvSpPr>
        <p:spPr>
          <a:xfrm>
            <a:off x="8554680" y="493560"/>
            <a:ext cx="475560" cy="47556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Google Shape;107;p13"/>
          <p:cNvSpPr/>
          <p:nvPr/>
        </p:nvSpPr>
        <p:spPr>
          <a:xfrm rot="10800000">
            <a:off x="7878240" y="4500000"/>
            <a:ext cx="1105200" cy="43092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9;p14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11;p14"/>
          <p:cNvSpPr/>
          <p:nvPr/>
        </p:nvSpPr>
        <p:spPr>
          <a:xfrm rot="7880400">
            <a:off x="8304840" y="2980440"/>
            <a:ext cx="878040" cy="87804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112;p14"/>
          <p:cNvSpPr/>
          <p:nvPr/>
        </p:nvSpPr>
        <p:spPr>
          <a:xfrm>
            <a:off x="0" y="4326840"/>
            <a:ext cx="475560" cy="4755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113;p14"/>
          <p:cNvSpPr/>
          <p:nvPr/>
        </p:nvSpPr>
        <p:spPr>
          <a:xfrm>
            <a:off x="8494200" y="4039560"/>
            <a:ext cx="869040" cy="1210320"/>
          </a:xfrm>
          <a:prstGeom prst="rect">
            <a:avLst/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114;p14"/>
          <p:cNvSpPr/>
          <p:nvPr/>
        </p:nvSpPr>
        <p:spPr>
          <a:xfrm rot="10800000">
            <a:off x="90720" y="103320"/>
            <a:ext cx="499320" cy="577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115;p14"/>
          <p:cNvSpPr/>
          <p:nvPr/>
        </p:nvSpPr>
        <p:spPr>
          <a:xfrm>
            <a:off x="8553960" y="10332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Google Shape;116;p14"/>
          <p:cNvSpPr/>
          <p:nvPr/>
        </p:nvSpPr>
        <p:spPr>
          <a:xfrm rot="10800000">
            <a:off x="-717480" y="865080"/>
            <a:ext cx="1105200" cy="251280"/>
          </a:xfrm>
          <a:prstGeom prst="round1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18;p15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5280120" y="1343520"/>
            <a:ext cx="3147120" cy="306180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122;p15"/>
          <p:cNvSpPr/>
          <p:nvPr/>
        </p:nvSpPr>
        <p:spPr>
          <a:xfrm>
            <a:off x="128880" y="4172040"/>
            <a:ext cx="667800" cy="66780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Google Shape;123;p15"/>
          <p:cNvSpPr/>
          <p:nvPr/>
        </p:nvSpPr>
        <p:spPr>
          <a:xfrm>
            <a:off x="881640" y="463716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Google Shape;124;p15"/>
          <p:cNvSpPr/>
          <p:nvPr/>
        </p:nvSpPr>
        <p:spPr>
          <a:xfrm rot="10800000">
            <a:off x="8522640" y="-51120"/>
            <a:ext cx="485640" cy="9316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26;p16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29;p16"/>
          <p:cNvSpPr/>
          <p:nvPr/>
        </p:nvSpPr>
        <p:spPr>
          <a:xfrm rot="10800000">
            <a:off x="6990840" y="34200"/>
            <a:ext cx="1394280" cy="139428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Google Shape;130;p16"/>
          <p:cNvSpPr/>
          <p:nvPr/>
        </p:nvSpPr>
        <p:spPr>
          <a:xfrm flipH="1">
            <a:off x="135000" y="199440"/>
            <a:ext cx="339840" cy="33984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Google Shape;131;p16"/>
          <p:cNvSpPr/>
          <p:nvPr/>
        </p:nvSpPr>
        <p:spPr>
          <a:xfrm rot="5400000">
            <a:off x="7766640" y="4220640"/>
            <a:ext cx="1814400" cy="40968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Google Shape;132;p16"/>
          <p:cNvSpPr/>
          <p:nvPr/>
        </p:nvSpPr>
        <p:spPr>
          <a:xfrm rot="5400000">
            <a:off x="194760" y="4110120"/>
            <a:ext cx="492120" cy="13428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Google Shape;133;p16"/>
          <p:cNvSpPr/>
          <p:nvPr/>
        </p:nvSpPr>
        <p:spPr>
          <a:xfrm flipH="1">
            <a:off x="7541280" y="4229640"/>
            <a:ext cx="748440" cy="748440"/>
          </a:xfrm>
          <a:prstGeom prst="teardrop">
            <a:avLst>
              <a:gd name="adj" fmla="val 10000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35;p17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49800" y="3503880"/>
            <a:ext cx="6693120" cy="51336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round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38;p17"/>
          <p:cNvSpPr/>
          <p:nvPr/>
        </p:nvSpPr>
        <p:spPr>
          <a:xfrm rot="7881000">
            <a:off x="-184320" y="344484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39;p17"/>
          <p:cNvSpPr/>
          <p:nvPr/>
        </p:nvSpPr>
        <p:spPr>
          <a:xfrm>
            <a:off x="2040120" y="63720"/>
            <a:ext cx="475560" cy="4755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40;p17"/>
          <p:cNvSpPr/>
          <p:nvPr/>
        </p:nvSpPr>
        <p:spPr>
          <a:xfrm>
            <a:off x="54000" y="390240"/>
            <a:ext cx="1814400" cy="104904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Google Shape;141;p17"/>
          <p:cNvSpPr/>
          <p:nvPr/>
        </p:nvSpPr>
        <p:spPr>
          <a:xfrm rot="16200000">
            <a:off x="8120520" y="808560"/>
            <a:ext cx="799200" cy="924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Google Shape;142;p17"/>
          <p:cNvSpPr/>
          <p:nvPr/>
        </p:nvSpPr>
        <p:spPr>
          <a:xfrm>
            <a:off x="1119240" y="46976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Google Shape;143;p17"/>
          <p:cNvSpPr/>
          <p:nvPr/>
        </p:nvSpPr>
        <p:spPr>
          <a:xfrm rot="10800000">
            <a:off x="7389000" y="489240"/>
            <a:ext cx="1105200" cy="25128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45;p18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49;p18"/>
          <p:cNvSpPr/>
          <p:nvPr/>
        </p:nvSpPr>
        <p:spPr>
          <a:xfrm rot="3756600">
            <a:off x="8430120" y="2835000"/>
            <a:ext cx="683640" cy="68364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50;p18"/>
          <p:cNvSpPr/>
          <p:nvPr/>
        </p:nvSpPr>
        <p:spPr>
          <a:xfrm>
            <a:off x="7827840" y="4590720"/>
            <a:ext cx="475560" cy="47556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Google Shape;151;p18"/>
          <p:cNvSpPr/>
          <p:nvPr/>
        </p:nvSpPr>
        <p:spPr>
          <a:xfrm rot="16200000">
            <a:off x="8123040" y="4087440"/>
            <a:ext cx="1105200" cy="430920"/>
          </a:xfrm>
          <a:prstGeom prst="round1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152;p18"/>
          <p:cNvSpPr/>
          <p:nvPr/>
        </p:nvSpPr>
        <p:spPr>
          <a:xfrm flipH="1" rot="5400000">
            <a:off x="96840" y="671400"/>
            <a:ext cx="505080" cy="505080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153;p18"/>
          <p:cNvSpPr/>
          <p:nvPr/>
        </p:nvSpPr>
        <p:spPr>
          <a:xfrm>
            <a:off x="268560" y="204840"/>
            <a:ext cx="334440" cy="33444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55;p19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347920" y="7099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58;p19"/>
          <p:cNvSpPr/>
          <p:nvPr/>
        </p:nvSpPr>
        <p:spPr>
          <a:xfrm rot="14197800">
            <a:off x="7817040" y="-10620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Google Shape;159;p19"/>
          <p:cNvSpPr/>
          <p:nvPr/>
        </p:nvSpPr>
        <p:spPr>
          <a:xfrm>
            <a:off x="7895160" y="4282560"/>
            <a:ext cx="1814400" cy="409680"/>
          </a:xfrm>
          <a:prstGeom prst="rect">
            <a:avLst/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60;p19"/>
          <p:cNvSpPr/>
          <p:nvPr/>
        </p:nvSpPr>
        <p:spPr>
          <a:xfrm>
            <a:off x="48960" y="3836520"/>
            <a:ext cx="774720" cy="1376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61;p19"/>
          <p:cNvSpPr/>
          <p:nvPr/>
        </p:nvSpPr>
        <p:spPr>
          <a:xfrm>
            <a:off x="89640" y="381600"/>
            <a:ext cx="1105200" cy="743760"/>
          </a:xfrm>
          <a:prstGeom prst="round1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162;p19"/>
          <p:cNvSpPr/>
          <p:nvPr/>
        </p:nvSpPr>
        <p:spPr>
          <a:xfrm>
            <a:off x="824400" y="1363320"/>
            <a:ext cx="475560" cy="475560"/>
          </a:xfrm>
          <a:prstGeom prst="ellipse">
            <a:avLst/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63;p19"/>
          <p:cNvSpPr/>
          <p:nvPr/>
        </p:nvSpPr>
        <p:spPr>
          <a:xfrm>
            <a:off x="8198640" y="369108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Google Shape;164;p19"/>
          <p:cNvSpPr/>
          <p:nvPr/>
        </p:nvSpPr>
        <p:spPr>
          <a:xfrm>
            <a:off x="2099160" y="341460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CREDITS: This presentation template was created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, and includes icons, infographics &amp; images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3"/>
              </a:rPr>
              <a:t>Freepik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66;p20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167;p20"/>
          <p:cNvSpPr/>
          <p:nvPr/>
        </p:nvSpPr>
        <p:spPr>
          <a:xfrm rot="3145800">
            <a:off x="8110440" y="142920"/>
            <a:ext cx="792360" cy="7923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Google Shape;168;p20"/>
          <p:cNvSpPr/>
          <p:nvPr/>
        </p:nvSpPr>
        <p:spPr>
          <a:xfrm>
            <a:off x="982440" y="133200"/>
            <a:ext cx="299520" cy="29952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169;p20"/>
          <p:cNvSpPr/>
          <p:nvPr/>
        </p:nvSpPr>
        <p:spPr>
          <a:xfrm rot="16200000">
            <a:off x="-84960" y="680040"/>
            <a:ext cx="1195920" cy="801720"/>
          </a:xfrm>
          <a:prstGeom prst="rect">
            <a:avLst/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Google Shape;170;p20"/>
          <p:cNvSpPr/>
          <p:nvPr/>
        </p:nvSpPr>
        <p:spPr>
          <a:xfrm rot="16200000">
            <a:off x="455040" y="4570560"/>
            <a:ext cx="425520" cy="492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Google Shape;171;p20"/>
          <p:cNvSpPr/>
          <p:nvPr/>
        </p:nvSpPr>
        <p:spPr>
          <a:xfrm>
            <a:off x="111960" y="416520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Google Shape;172;p20"/>
          <p:cNvSpPr/>
          <p:nvPr/>
        </p:nvSpPr>
        <p:spPr>
          <a:xfrm rot="5401200">
            <a:off x="8315280" y="4471920"/>
            <a:ext cx="706680" cy="475560"/>
          </a:xfrm>
          <a:prstGeom prst="round1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9;p3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74280" y="2172960"/>
            <a:ext cx="5995080" cy="12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3731040" y="1220760"/>
            <a:ext cx="1681560" cy="84132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23;p3"/>
          <p:cNvSpPr/>
          <p:nvPr/>
        </p:nvSpPr>
        <p:spPr>
          <a:xfrm rot="5400000">
            <a:off x="526320" y="86400"/>
            <a:ext cx="1394280" cy="139428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24;p3"/>
          <p:cNvSpPr/>
          <p:nvPr/>
        </p:nvSpPr>
        <p:spPr>
          <a:xfrm flipH="1">
            <a:off x="8059320" y="3071880"/>
            <a:ext cx="475560" cy="4755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Google Shape;25;p3"/>
          <p:cNvSpPr/>
          <p:nvPr/>
        </p:nvSpPr>
        <p:spPr>
          <a:xfrm rot="5400000">
            <a:off x="7871760" y="789120"/>
            <a:ext cx="1814400" cy="40968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26;p3"/>
          <p:cNvSpPr/>
          <p:nvPr/>
        </p:nvSpPr>
        <p:spPr>
          <a:xfrm rot="10800000">
            <a:off x="140400" y="3437640"/>
            <a:ext cx="799200" cy="15854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27;p3"/>
          <p:cNvSpPr/>
          <p:nvPr/>
        </p:nvSpPr>
        <p:spPr>
          <a:xfrm flipH="1">
            <a:off x="7366680" y="3629520"/>
            <a:ext cx="748440" cy="748440"/>
          </a:xfrm>
          <a:prstGeom prst="teardrop">
            <a:avLst>
              <a:gd name="adj" fmla="val 100000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74;p21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175;p21"/>
          <p:cNvSpPr/>
          <p:nvPr/>
        </p:nvSpPr>
        <p:spPr>
          <a:xfrm rot="7881000">
            <a:off x="20880" y="-182160"/>
            <a:ext cx="1292760" cy="129276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176;p21"/>
          <p:cNvSpPr/>
          <p:nvPr/>
        </p:nvSpPr>
        <p:spPr>
          <a:xfrm>
            <a:off x="6843600" y="63720"/>
            <a:ext cx="475560" cy="47556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77;p21"/>
          <p:cNvSpPr/>
          <p:nvPr/>
        </p:nvSpPr>
        <p:spPr>
          <a:xfrm>
            <a:off x="7523280" y="3954240"/>
            <a:ext cx="1814400" cy="104904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178;p21"/>
          <p:cNvSpPr/>
          <p:nvPr/>
        </p:nvSpPr>
        <p:spPr>
          <a:xfrm rot="16200000">
            <a:off x="8260920" y="3319560"/>
            <a:ext cx="438120" cy="5068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179;p21"/>
          <p:cNvSpPr/>
          <p:nvPr/>
        </p:nvSpPr>
        <p:spPr>
          <a:xfrm>
            <a:off x="8522640" y="5882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180;p21"/>
          <p:cNvSpPr/>
          <p:nvPr/>
        </p:nvSpPr>
        <p:spPr>
          <a:xfrm rot="10800000">
            <a:off x="-392040" y="4353480"/>
            <a:ext cx="1105200" cy="251280"/>
          </a:xfrm>
          <a:prstGeom prst="round1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29;p4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32;p4"/>
          <p:cNvSpPr/>
          <p:nvPr/>
        </p:nvSpPr>
        <p:spPr>
          <a:xfrm>
            <a:off x="8424000" y="4322520"/>
            <a:ext cx="875520" cy="87552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Google Shape;33;p4"/>
          <p:cNvSpPr/>
          <p:nvPr/>
        </p:nvSpPr>
        <p:spPr>
          <a:xfrm>
            <a:off x="441360" y="3852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2" name="Google Shape;34;p4"/>
          <p:cNvSpPr/>
          <p:nvPr/>
        </p:nvSpPr>
        <p:spPr>
          <a:xfrm rot="10800000">
            <a:off x="-284760" y="540000"/>
            <a:ext cx="799200" cy="9241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36;p5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42;p5"/>
          <p:cNvSpPr/>
          <p:nvPr/>
        </p:nvSpPr>
        <p:spPr>
          <a:xfrm>
            <a:off x="147240" y="3579840"/>
            <a:ext cx="572400" cy="572400"/>
          </a:xfrm>
          <a:prstGeom prst="chord">
            <a:avLst>
              <a:gd name="adj1" fmla="val 2700000"/>
              <a:gd name="adj2" fmla="val 1620000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Google Shape;43;p5"/>
          <p:cNvSpPr/>
          <p:nvPr/>
        </p:nvSpPr>
        <p:spPr>
          <a:xfrm>
            <a:off x="8574840" y="1580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7" name="Google Shape;44;p5"/>
          <p:cNvSpPr/>
          <p:nvPr/>
        </p:nvSpPr>
        <p:spPr>
          <a:xfrm>
            <a:off x="406080" y="4361400"/>
            <a:ext cx="799200" cy="572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Google Shape;45;p5"/>
          <p:cNvSpPr/>
          <p:nvPr/>
        </p:nvSpPr>
        <p:spPr>
          <a:xfrm flipH="1">
            <a:off x="8269920" y="677160"/>
            <a:ext cx="619920" cy="619920"/>
          </a:xfrm>
          <a:prstGeom prst="teardrop">
            <a:avLst>
              <a:gd name="adj" fmla="val 1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9" name="Google Shape;46;p5"/>
          <p:cNvSpPr/>
          <p:nvPr/>
        </p:nvSpPr>
        <p:spPr>
          <a:xfrm rot="5400000">
            <a:off x="8202600" y="4124880"/>
            <a:ext cx="1105200" cy="512640"/>
          </a:xfrm>
          <a:prstGeom prst="round1Rect">
            <a:avLst>
              <a:gd name="adj" fmla="val 16667"/>
            </a:avLst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48;p6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50;p6"/>
          <p:cNvSpPr/>
          <p:nvPr/>
        </p:nvSpPr>
        <p:spPr>
          <a:xfrm rot="10800000">
            <a:off x="-250200" y="279360"/>
            <a:ext cx="904320" cy="90432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3" name="Google Shape;51;p6"/>
          <p:cNvSpPr/>
          <p:nvPr/>
        </p:nvSpPr>
        <p:spPr>
          <a:xfrm flipH="1">
            <a:off x="653400" y="63720"/>
            <a:ext cx="475560" cy="475560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Google Shape;52;p6"/>
          <p:cNvSpPr/>
          <p:nvPr/>
        </p:nvSpPr>
        <p:spPr>
          <a:xfrm rot="5400000">
            <a:off x="8651520" y="9000"/>
            <a:ext cx="844560" cy="99972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Google Shape;53;p6"/>
          <p:cNvSpPr/>
          <p:nvPr/>
        </p:nvSpPr>
        <p:spPr>
          <a:xfrm rot="10800000">
            <a:off x="8573760" y="1064160"/>
            <a:ext cx="341280" cy="67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Google Shape;54;p6"/>
          <p:cNvSpPr/>
          <p:nvPr/>
        </p:nvSpPr>
        <p:spPr>
          <a:xfrm flipH="1">
            <a:off x="122040" y="4292280"/>
            <a:ext cx="748440" cy="748440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56;p7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376880" y="567720"/>
            <a:ext cx="395532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59;p7"/>
          <p:cNvSpPr/>
          <p:nvPr/>
        </p:nvSpPr>
        <p:spPr>
          <a:xfrm rot="4030200">
            <a:off x="8030160" y="75240"/>
            <a:ext cx="927720" cy="927720"/>
          </a:xfrm>
          <a:prstGeom prst="blockArc">
            <a:avLst>
              <a:gd name="adj1" fmla="val 10800000"/>
              <a:gd name="adj2" fmla="val 21561599"/>
              <a:gd name="adj3" fmla="val 3096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0" name="Google Shape;60;p7"/>
          <p:cNvSpPr/>
          <p:nvPr/>
        </p:nvSpPr>
        <p:spPr>
          <a:xfrm>
            <a:off x="8304120" y="4676040"/>
            <a:ext cx="380520" cy="3812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811800" y="567720"/>
            <a:ext cx="3179160" cy="40075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3;p8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65;p8"/>
          <p:cNvSpPr/>
          <p:nvPr/>
        </p:nvSpPr>
        <p:spPr>
          <a:xfrm rot="5400000">
            <a:off x="836280" y="4118760"/>
            <a:ext cx="970200" cy="97020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Google Shape;66;p8"/>
          <p:cNvSpPr/>
          <p:nvPr/>
        </p:nvSpPr>
        <p:spPr>
          <a:xfrm flipH="1">
            <a:off x="521280" y="3702240"/>
            <a:ext cx="475560" cy="4755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Google Shape;67;p8"/>
          <p:cNvSpPr/>
          <p:nvPr/>
        </p:nvSpPr>
        <p:spPr>
          <a:xfrm rot="10800000">
            <a:off x="-115560" y="959760"/>
            <a:ext cx="951480" cy="101700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7" name="Google Shape;68;p8"/>
          <p:cNvSpPr/>
          <p:nvPr/>
        </p:nvSpPr>
        <p:spPr>
          <a:xfrm rot="10800000">
            <a:off x="7706880" y="87120"/>
            <a:ext cx="799200" cy="15854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8" name="Google Shape;69;p8"/>
          <p:cNvSpPr/>
          <p:nvPr/>
        </p:nvSpPr>
        <p:spPr>
          <a:xfrm flipH="1">
            <a:off x="8308080" y="1834920"/>
            <a:ext cx="637200" cy="637200"/>
          </a:xfrm>
          <a:prstGeom prst="teardrop">
            <a:avLst>
              <a:gd name="adj" fmla="val 10000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71;p9"/>
          <p:cNvSpPr/>
          <p:nvPr/>
        </p:nvSpPr>
        <p:spPr>
          <a:xfrm>
            <a:off x="328320" y="271080"/>
            <a:ext cx="8487360" cy="4600800"/>
          </a:xfrm>
          <a:prstGeom prst="rect">
            <a:avLst/>
          </a:prstGeom>
          <a:solidFill>
            <a:schemeClr val="lt1"/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0" name="Google Shape;72;p9"/>
          <p:cNvSpPr/>
          <p:nvPr/>
        </p:nvSpPr>
        <p:spPr>
          <a:xfrm rot="10800000">
            <a:off x="7978680" y="4091040"/>
            <a:ext cx="904320" cy="904320"/>
          </a:xfrm>
          <a:prstGeom prst="pie">
            <a:avLst>
              <a:gd name="adj1" fmla="val 5410380"/>
              <a:gd name="adj2" fmla="val 16200000"/>
            </a:avLst>
          </a:prstGeom>
          <a:solidFill>
            <a:schemeClr val="accent3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1" name="Google Shape;73;p9"/>
          <p:cNvSpPr/>
          <p:nvPr/>
        </p:nvSpPr>
        <p:spPr>
          <a:xfrm flipH="1">
            <a:off x="93600" y="704160"/>
            <a:ext cx="293760" cy="2937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Google Shape;74;p9"/>
          <p:cNvSpPr/>
          <p:nvPr/>
        </p:nvSpPr>
        <p:spPr>
          <a:xfrm rot="5400000">
            <a:off x="-725040" y="4063680"/>
            <a:ext cx="2022480" cy="384480"/>
          </a:xfrm>
          <a:prstGeom prst="rect">
            <a:avLst/>
          </a:prstGeom>
          <a:solidFill>
            <a:schemeClr val="lt2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3" name="Google Shape;75;p9"/>
          <p:cNvSpPr/>
          <p:nvPr/>
        </p:nvSpPr>
        <p:spPr>
          <a:xfrm>
            <a:off x="8665560" y="3380400"/>
            <a:ext cx="341280" cy="677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Google Shape;76;p9"/>
          <p:cNvSpPr/>
          <p:nvPr/>
        </p:nvSpPr>
        <p:spPr>
          <a:xfrm flipH="1" rot="10800000">
            <a:off x="236880" y="103320"/>
            <a:ext cx="475560" cy="47556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 w="19050">
            <a:solidFill>
              <a:srgbClr val="000000"/>
            </a:solidFill>
            <a:round/>
          </a:ln>
          <a:effectLst>
            <a:outerShdw algn="bl" dir="2634150" dist="66451" rotWithShape="0">
              <a:schemeClr val="dk1"/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346400" y="567720"/>
            <a:ext cx="645084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557160" y="3259080"/>
            <a:ext cx="4873320" cy="1327680"/>
          </a:xfrm>
          <a:prstGeom prst="rect">
            <a:avLst/>
          </a:prstGeom>
          <a:solidFill>
            <a:schemeClr val="lt1"/>
          </a:solidFill>
          <a:ln w="19080">
            <a:solidFill>
              <a:srgbClr val="000000"/>
            </a:solidFill>
            <a:miter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20000" y="511200"/>
            <a:ext cx="770364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2"/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504800" y="1190520"/>
            <a:ext cx="6133680" cy="213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Zelera Deck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1800360" y="3390840"/>
            <a:ext cx="5638320" cy="475920"/>
          </a:xfrm>
          <a:prstGeom prst="rect">
            <a:avLst/>
          </a:prstGeom>
          <a:solidFill>
            <a:schemeClr val="accent3"/>
          </a:solidFill>
          <a:ln w="19080">
            <a:solidFill>
              <a:srgbClr val="000000"/>
            </a:solidFill>
            <a:round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Where Growth Begins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343160" y="571680"/>
            <a:ext cx="644796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Introduction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1343160" y="1866960"/>
            <a:ext cx="644796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Zelera Deck transforms local shops into polished mobile storefronts that sell 24/7.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Launch quickly, engage customers via \u{200B}*WhatsApp orders*\u{200B}, and keep full control of your profits without tech headaches.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Store Digitization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46" name="image69d8b787d8c82" descr="image69d8b787d8c87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Mobile-first storefront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Design a clean, responsive shop optimized for smartphones so customers browse anytime, anywhere.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Shareable links and beautiful product pages convert casual viewers into buyers.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Mobile-first presence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increases sales.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282;p32" descr=""/>
          <p:cNvPicPr/>
          <p:nvPr/>
        </p:nvPicPr>
        <p:blipFill>
          <a:blip r:embed="rId1"/>
          <a:stretch/>
        </p:blipFill>
        <p:spPr>
          <a:xfrm>
            <a:off x="5280120" y="1343520"/>
            <a:ext cx="3147120" cy="3061800"/>
          </a:xfrm>
          <a:prstGeom prst="rect">
            <a:avLst/>
          </a:prstGeom>
          <a:noFill/>
          <a:ln w="19050">
            <a:solidFill>
              <a:srgbClr val="000000"/>
            </a:solidFill>
            <a:miter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WhatsApp ordering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714240" y="1343160"/>
            <a:ext cx="4428720" cy="30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Customers place orders directly through WhatsApp for instant, personal transactions.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No complex checkouts—just clear messages that speed confirmations and reduce abandoned sales. </a:t>
            </a:r>
            <a:r>
              <a:rPr b="1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Direct conversion.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No technical skills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If you use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WhatsApp or Facebook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you can run Zelera Deck—no coding needed.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Manage items, prices, and stock from your phone in seconds, keeping operations simple and fast.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Pain Points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6" name="image69d8b787f0ef4" descr="image69d8b787f0ef9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Cost of websites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Traditional websites demand high upfront fees and ongoing costs that strain small budgets.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Zelera Deck offers predictable, affordable plans so you modernize without sacrificing margins.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Technical complexity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Complex platforms require specialists and time-consuming maintenance.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Our intuitive dashboard removes that barrier—spend minutes updating your shop, not hours learning tools.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1" name="image69d8b78808084" descr="image69d8b78808088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Slow updates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Traditional sites need lengthy edits and developer help, causing delayed product listings and lost sales.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With slow workflows, customers see outdated stock or prices—resulting in missed opportunities and frustration.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03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Zelera Solution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6" name="image69d8b7881299a" descr="image69d8b7881299d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Easy dashboard controls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A clear mobile dashboard lets you update items, prices, and availability in seconds from your phone.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One-click status changes keep customers informed and reduce order disappointments.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Fast management.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Direct customer chat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Orders come through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WhatsApp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creating instant, personal conversations that convert quickly.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Skip complex checkouts—respond, confirm, and close sales in real time for better customer trust.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0% commission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Zelera Deck charges no commission—keep every rupee you earn.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Pay a simple subscription instead and retain full control of pricing and customer relationships.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Full profit retention.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3" name="image69d8b7881d45c" descr="image69d8b7881d460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04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5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Pricing &amp; Growth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6" name="image69d8b78827f6f" descr="image69d8b78827f73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Launch offer details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Start with the launch deal: ₹1,599 for the first 3 months to get your shop live fast.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Low-cost entry reduces risk while you test digital sales and reach more customers.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282;p32" descr=""/>
          <p:cNvPicPr/>
          <p:nvPr/>
        </p:nvPicPr>
        <p:blipFill>
          <a:blip r:embed="rId1"/>
          <a:stretch/>
        </p:blipFill>
        <p:spPr>
          <a:xfrm>
            <a:off x="5280120" y="1343520"/>
            <a:ext cx="3147120" cy="3061800"/>
          </a:xfrm>
          <a:prstGeom prst="rect">
            <a:avLst/>
          </a:prstGeom>
          <a:noFill/>
          <a:ln w="19050">
            <a:solidFill>
              <a:srgbClr val="000000"/>
            </a:solidFill>
            <a:miter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1480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Ongoing plan price</a:t>
            </a:r>
            <a:endParaRPr b="0" lang="fr-FR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714240" y="1343160"/>
            <a:ext cx="4428720" cy="30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After the trial, continue for just ₹699/month to maintain your digital storefront and updates.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457200" indent="-29520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Predictable pricing helps you plan growth without surprise fees.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Share &amp; promote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Your custom shop link is ready to share on Instagram, Facebook, and WhatsApp statuses to reach followers.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Simple sharing turns social presence into steady sales with minimal effort.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Dela Gothic One"/>
              </a:rPr>
              <a:t>Conclusions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Zelera Deck makes digitization simple, affordable, and profitable for local shops.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Launch quickly, keep full profits, and convert customers with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direct WhatsApp orders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—modern retail without the tech hassle.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352600" y="714240"/>
            <a:ext cx="444780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trike="noStrike" u="none">
                <a:solidFill>
                  <a:schemeClr val="dk1"/>
                </a:solidFill>
                <a:effectLst/>
                <a:uFillTx/>
                <a:latin typeface="Dela Gothic One"/>
                <a:ea typeface="Dela Gothic One"/>
              </a:rPr>
              <a:t>Thanks!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2133720" y="1828800"/>
            <a:ext cx="488592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Do you have any questions?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youremail@freepik.com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+34 654 321 432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yourwebsite.com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8" name="Google Shape;431;p37"/>
          <p:cNvSpPr/>
          <p:nvPr/>
        </p:nvSpPr>
        <p:spPr>
          <a:xfrm>
            <a:off x="2495520" y="4076640"/>
            <a:ext cx="4152600" cy="35208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122640" bIns="-312264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9" name="Google Shape;432;p37"/>
          <p:cNvGrpSpPr/>
          <p:nvPr/>
        </p:nvGrpSpPr>
        <p:grpSpPr>
          <a:xfrm>
            <a:off x="3740400" y="3044520"/>
            <a:ext cx="375120" cy="353160"/>
            <a:chOff x="3740400" y="3044520"/>
            <a:chExt cx="375120" cy="353160"/>
          </a:xfrm>
        </p:grpSpPr>
        <p:sp>
          <p:nvSpPr>
            <p:cNvPr id="190" name="Google Shape;433;p37"/>
            <p:cNvSpPr/>
            <p:nvPr/>
          </p:nvSpPr>
          <p:spPr>
            <a:xfrm>
              <a:off x="3753720" y="3049920"/>
              <a:ext cx="342000" cy="342000"/>
            </a:xfrm>
            <a:custGeom>
              <a:avLst/>
              <a:gdLst>
                <a:gd name="textAreaLeft" fmla="*/ 0 w 342000"/>
                <a:gd name="textAreaRight" fmla="*/ 342360 w 34200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3160" h="13156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434;p37"/>
            <p:cNvSpPr/>
            <p:nvPr/>
          </p:nvSpPr>
          <p:spPr>
            <a:xfrm>
              <a:off x="3813480" y="3124440"/>
              <a:ext cx="185760" cy="267480"/>
            </a:xfrm>
            <a:custGeom>
              <a:avLst/>
              <a:gdLst>
                <a:gd name="textAreaLeft" fmla="*/ 0 w 185760"/>
                <a:gd name="textAreaRight" fmla="*/ 186120 w 18576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7151" h="10295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435;p37"/>
            <p:cNvSpPr/>
            <p:nvPr/>
          </p:nvSpPr>
          <p:spPr>
            <a:xfrm>
              <a:off x="3740400" y="3044520"/>
              <a:ext cx="375120" cy="353160"/>
            </a:xfrm>
            <a:custGeom>
              <a:avLst/>
              <a:gdLst>
                <a:gd name="textAreaLeft" fmla="*/ 0 w 375120"/>
                <a:gd name="textAreaRight" fmla="*/ 375480 w 3751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4424" h="13586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3" name="Google Shape;436;p37"/>
          <p:cNvGrpSpPr/>
          <p:nvPr/>
        </p:nvGrpSpPr>
        <p:grpSpPr>
          <a:xfrm>
            <a:off x="4171680" y="3044520"/>
            <a:ext cx="372240" cy="353160"/>
            <a:chOff x="4171680" y="3044520"/>
            <a:chExt cx="372240" cy="353160"/>
          </a:xfrm>
        </p:grpSpPr>
        <p:sp>
          <p:nvSpPr>
            <p:cNvPr id="194" name="Google Shape;437;p37"/>
            <p:cNvSpPr/>
            <p:nvPr/>
          </p:nvSpPr>
          <p:spPr>
            <a:xfrm>
              <a:off x="4196160" y="3049920"/>
              <a:ext cx="342000" cy="342000"/>
            </a:xfrm>
            <a:custGeom>
              <a:avLst/>
              <a:gdLst>
                <a:gd name="textAreaLeft" fmla="*/ 0 w 342000"/>
                <a:gd name="textAreaRight" fmla="*/ 342360 w 34200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3156" h="13156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438;p37"/>
            <p:cNvSpPr/>
            <p:nvPr/>
          </p:nvSpPr>
          <p:spPr>
            <a:xfrm>
              <a:off x="4257720" y="3111480"/>
              <a:ext cx="219240" cy="2192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8438" h="8438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439;p37"/>
            <p:cNvSpPr/>
            <p:nvPr/>
          </p:nvSpPr>
          <p:spPr>
            <a:xfrm>
              <a:off x="4267080" y="3116520"/>
              <a:ext cx="205920" cy="2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440;p37"/>
            <p:cNvSpPr/>
            <p:nvPr/>
          </p:nvSpPr>
          <p:spPr>
            <a:xfrm>
              <a:off x="4411800" y="3139200"/>
              <a:ext cx="29520" cy="295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144" h="1148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441;p37"/>
            <p:cNvSpPr/>
            <p:nvPr/>
          </p:nvSpPr>
          <p:spPr>
            <a:xfrm>
              <a:off x="4171680" y="3044520"/>
              <a:ext cx="372240" cy="35316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4314" h="13586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442;p37"/>
            <p:cNvSpPr/>
            <p:nvPr/>
          </p:nvSpPr>
          <p:spPr>
            <a:xfrm>
              <a:off x="4257720" y="3111480"/>
              <a:ext cx="219240" cy="2192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0 h 219240"/>
                <a:gd name="textAreaBottom" fmla="*/ 219600 h 219240"/>
              </a:gdLst>
              <a:ahLst/>
              <a:cxnLst/>
              <a:rect l="textAreaLeft" t="textAreaTop" r="textAreaRight" b="textAreaBottom"/>
              <a:pathLst>
                <a:path w="8438" h="8438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443;p37"/>
            <p:cNvSpPr/>
            <p:nvPr/>
          </p:nvSpPr>
          <p:spPr>
            <a:xfrm>
              <a:off x="4304160" y="3163320"/>
              <a:ext cx="127440" cy="11520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4905" h="444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444;p37"/>
            <p:cNvSpPr/>
            <p:nvPr/>
          </p:nvSpPr>
          <p:spPr>
            <a:xfrm>
              <a:off x="4411800" y="3139200"/>
              <a:ext cx="29520" cy="29520"/>
            </a:xfrm>
            <a:custGeom>
              <a:avLst/>
              <a:gdLst>
                <a:gd name="textAreaLeft" fmla="*/ 0 w 29520"/>
                <a:gd name="textAreaRight" fmla="*/ 29880 w 2952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1144" h="1148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2" name="Google Shape;445;p37"/>
          <p:cNvGrpSpPr/>
          <p:nvPr/>
        </p:nvGrpSpPr>
        <p:grpSpPr>
          <a:xfrm>
            <a:off x="4614120" y="3044520"/>
            <a:ext cx="372240" cy="353160"/>
            <a:chOff x="4614120" y="3044520"/>
            <a:chExt cx="372240" cy="353160"/>
          </a:xfrm>
        </p:grpSpPr>
        <p:sp>
          <p:nvSpPr>
            <p:cNvPr id="203" name="Google Shape;446;p37"/>
            <p:cNvSpPr/>
            <p:nvPr/>
          </p:nvSpPr>
          <p:spPr>
            <a:xfrm>
              <a:off x="4638240" y="3049920"/>
              <a:ext cx="342000" cy="342000"/>
            </a:xfrm>
            <a:custGeom>
              <a:avLst/>
              <a:gdLst>
                <a:gd name="textAreaLeft" fmla="*/ 0 w 342000"/>
                <a:gd name="textAreaRight" fmla="*/ 342360 w 34200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13160" h="13156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447;p37"/>
            <p:cNvSpPr/>
            <p:nvPr/>
          </p:nvSpPr>
          <p:spPr>
            <a:xfrm>
              <a:off x="4719960" y="3191040"/>
              <a:ext cx="37800" cy="111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1461" h="4318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448;p37"/>
            <p:cNvSpPr/>
            <p:nvPr/>
          </p:nvSpPr>
          <p:spPr>
            <a:xfrm>
              <a:off x="4704840" y="3124080"/>
              <a:ext cx="52560" cy="4500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2038" h="1749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449;p37"/>
            <p:cNvSpPr/>
            <p:nvPr/>
          </p:nvSpPr>
          <p:spPr>
            <a:xfrm>
              <a:off x="4794120" y="3191040"/>
              <a:ext cx="119520" cy="11196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4603" h="4322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450;p37"/>
            <p:cNvSpPr/>
            <p:nvPr/>
          </p:nvSpPr>
          <p:spPr>
            <a:xfrm>
              <a:off x="4614120" y="3044520"/>
              <a:ext cx="372240" cy="353160"/>
            </a:xfrm>
            <a:custGeom>
              <a:avLst/>
              <a:gdLst>
                <a:gd name="textAreaLeft" fmla="*/ 0 w 372240"/>
                <a:gd name="textAreaRight" fmla="*/ 372600 w 37224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4311" h="13586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451;p37"/>
            <p:cNvSpPr/>
            <p:nvPr/>
          </p:nvSpPr>
          <p:spPr>
            <a:xfrm>
              <a:off x="4714560" y="3186000"/>
              <a:ext cx="48240" cy="122400"/>
            </a:xfrm>
            <a:custGeom>
              <a:avLst/>
              <a:gdLst>
                <a:gd name="textAreaLeft" fmla="*/ 0 w 48240"/>
                <a:gd name="textAreaRight" fmla="*/ 48600 w 4824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863" h="472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452;p37"/>
            <p:cNvSpPr/>
            <p:nvPr/>
          </p:nvSpPr>
          <p:spPr>
            <a:xfrm>
              <a:off x="4697640" y="3119040"/>
              <a:ext cx="64800" cy="5544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510" h="2147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453;p37"/>
            <p:cNvSpPr/>
            <p:nvPr/>
          </p:nvSpPr>
          <p:spPr>
            <a:xfrm>
              <a:off x="4789080" y="3186000"/>
              <a:ext cx="129960" cy="1224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5008" h="472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1" name="Google Shape;454;p37"/>
          <p:cNvGrpSpPr/>
          <p:nvPr/>
        </p:nvGrpSpPr>
        <p:grpSpPr>
          <a:xfrm>
            <a:off x="5056200" y="3047760"/>
            <a:ext cx="347040" cy="347040"/>
            <a:chOff x="5056200" y="3047760"/>
            <a:chExt cx="347040" cy="347040"/>
          </a:xfrm>
        </p:grpSpPr>
        <p:sp>
          <p:nvSpPr>
            <p:cNvPr id="212" name="Google Shape;455;p37"/>
            <p:cNvSpPr/>
            <p:nvPr/>
          </p:nvSpPr>
          <p:spPr>
            <a:xfrm>
              <a:off x="5056200" y="3047760"/>
              <a:ext cx="347040" cy="347040"/>
            </a:xfrm>
            <a:custGeom>
              <a:avLst/>
              <a:gdLst>
                <a:gd name="textAreaLeft" fmla="*/ 0 w 347040"/>
                <a:gd name="textAreaRight" fmla="*/ 347400 w 347040"/>
                <a:gd name="textAreaTop" fmla="*/ 0 h 347040"/>
                <a:gd name="textAreaBottom" fmla="*/ 347400 h 347040"/>
              </a:gdLst>
              <a:ahLst/>
              <a:cxnLst/>
              <a:rect l="textAreaLeft" t="textAreaTop" r="textAreaRight" b="textAreaBottom"/>
              <a:pathLst>
                <a:path w="208483" h="208483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456;p37"/>
            <p:cNvSpPr/>
            <p:nvPr/>
          </p:nvSpPr>
          <p:spPr>
            <a:xfrm>
              <a:off x="5066280" y="3057840"/>
              <a:ext cx="326880" cy="326880"/>
            </a:xfrm>
            <a:custGeom>
              <a:avLst/>
              <a:gdLst>
                <a:gd name="textAreaLeft" fmla="*/ 0 w 326880"/>
                <a:gd name="textAreaRight" fmla="*/ 327240 w 32688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08483" h="208483">
                  <a:moveTo>
                    <a:pt x="104241" y="0"/>
                  </a:moveTo>
                  <a:cubicBezTo>
                    <a:pt x="46667" y="0"/>
                    <a:pt x="0" y="46667"/>
                    <a:pt x="0" y="104241"/>
                  </a:cubicBezTo>
                  <a:cubicBezTo>
                    <a:pt x="0" y="161816"/>
                    <a:pt x="46667" y="208483"/>
                    <a:pt x="104241" y="208483"/>
                  </a:cubicBezTo>
                  <a:cubicBezTo>
                    <a:pt x="161816" y="208483"/>
                    <a:pt x="208482" y="161816"/>
                    <a:pt x="208482" y="104241"/>
                  </a:cubicBezTo>
                  <a:cubicBezTo>
                    <a:pt x="208482" y="46667"/>
                    <a:pt x="161816" y="0"/>
                    <a:pt x="104241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457;p37"/>
            <p:cNvSpPr/>
            <p:nvPr/>
          </p:nvSpPr>
          <p:spPr>
            <a:xfrm>
              <a:off x="5126760" y="3103200"/>
              <a:ext cx="205920" cy="2354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235440"/>
                <a:gd name="textAreaBottom" fmla="*/ 235800 h 235440"/>
              </a:gdLst>
              <a:ahLst/>
              <a:cxnLst/>
              <a:rect l="textAreaLeft" t="textAreaTop" r="textAreaRight" b="textAreaBottom"/>
              <a:pathLst>
                <a:path w="174615" h="199824">
                  <a:moveTo>
                    <a:pt x="119585" y="1"/>
                  </a:moveTo>
                  <a:cubicBezTo>
                    <a:pt x="114366" y="1"/>
                    <a:pt x="106537" y="59"/>
                    <a:pt x="106537" y="59"/>
                  </a:cubicBezTo>
                  <a:lnTo>
                    <a:pt x="91858" y="59"/>
                  </a:lnTo>
                  <a:lnTo>
                    <a:pt x="91858" y="89209"/>
                  </a:lnTo>
                  <a:lnTo>
                    <a:pt x="91793" y="138041"/>
                  </a:lnTo>
                  <a:cubicBezTo>
                    <a:pt x="91793" y="151089"/>
                    <a:pt x="83279" y="162180"/>
                    <a:pt x="71438" y="166061"/>
                  </a:cubicBezTo>
                  <a:cubicBezTo>
                    <a:pt x="68466" y="167014"/>
                    <a:pt x="65290" y="167557"/>
                    <a:pt x="61932" y="167557"/>
                  </a:cubicBezTo>
                  <a:cubicBezTo>
                    <a:pt x="61494" y="167557"/>
                    <a:pt x="61053" y="167548"/>
                    <a:pt x="60608" y="167529"/>
                  </a:cubicBezTo>
                  <a:cubicBezTo>
                    <a:pt x="45114" y="166746"/>
                    <a:pt x="32620" y="154025"/>
                    <a:pt x="32425" y="138498"/>
                  </a:cubicBezTo>
                  <a:cubicBezTo>
                    <a:pt x="32196" y="121992"/>
                    <a:pt x="45571" y="108520"/>
                    <a:pt x="62109" y="108520"/>
                  </a:cubicBezTo>
                  <a:cubicBezTo>
                    <a:pt x="65371" y="108520"/>
                    <a:pt x="68502" y="109042"/>
                    <a:pt x="71438" y="110021"/>
                  </a:cubicBezTo>
                  <a:lnTo>
                    <a:pt x="71438" y="77009"/>
                  </a:lnTo>
                  <a:cubicBezTo>
                    <a:pt x="68404" y="76553"/>
                    <a:pt x="65273" y="76324"/>
                    <a:pt x="62109" y="76324"/>
                  </a:cubicBezTo>
                  <a:cubicBezTo>
                    <a:pt x="47952" y="76324"/>
                    <a:pt x="34545" y="80956"/>
                    <a:pt x="23650" y="89568"/>
                  </a:cubicBezTo>
                  <a:cubicBezTo>
                    <a:pt x="21758" y="91068"/>
                    <a:pt x="19899" y="92667"/>
                    <a:pt x="18202" y="94428"/>
                  </a:cubicBezTo>
                  <a:cubicBezTo>
                    <a:pt x="6590" y="105943"/>
                    <a:pt x="1" y="121731"/>
                    <a:pt x="66" y="138074"/>
                  </a:cubicBezTo>
                  <a:cubicBezTo>
                    <a:pt x="66" y="154547"/>
                    <a:pt x="6525" y="170041"/>
                    <a:pt x="18235" y="181719"/>
                  </a:cubicBezTo>
                  <a:cubicBezTo>
                    <a:pt x="29978" y="193364"/>
                    <a:pt x="45571" y="199823"/>
                    <a:pt x="62174" y="199823"/>
                  </a:cubicBezTo>
                  <a:cubicBezTo>
                    <a:pt x="65306" y="199823"/>
                    <a:pt x="68437" y="199562"/>
                    <a:pt x="71503" y="199138"/>
                  </a:cubicBezTo>
                  <a:cubicBezTo>
                    <a:pt x="84551" y="197181"/>
                    <a:pt x="96588" y="191179"/>
                    <a:pt x="106080" y="181719"/>
                  </a:cubicBezTo>
                  <a:cubicBezTo>
                    <a:pt x="117726" y="170106"/>
                    <a:pt x="124184" y="154710"/>
                    <a:pt x="124250" y="138335"/>
                  </a:cubicBezTo>
                  <a:lnTo>
                    <a:pt x="124054" y="65233"/>
                  </a:lnTo>
                  <a:lnTo>
                    <a:pt x="124054" y="65233"/>
                  </a:lnTo>
                  <a:cubicBezTo>
                    <a:pt x="129697" y="69539"/>
                    <a:pt x="135797" y="73127"/>
                    <a:pt x="142354" y="75900"/>
                  </a:cubicBezTo>
                  <a:cubicBezTo>
                    <a:pt x="152596" y="80239"/>
                    <a:pt x="161762" y="82424"/>
                    <a:pt x="172951" y="82424"/>
                  </a:cubicBezTo>
                  <a:lnTo>
                    <a:pt x="174615" y="81576"/>
                  </a:lnTo>
                  <a:cubicBezTo>
                    <a:pt x="174615" y="81576"/>
                    <a:pt x="174549" y="50000"/>
                    <a:pt x="174484" y="50000"/>
                  </a:cubicBezTo>
                  <a:cubicBezTo>
                    <a:pt x="146790" y="50000"/>
                    <a:pt x="124380" y="27721"/>
                    <a:pt x="124152" y="59"/>
                  </a:cubicBezTo>
                  <a:cubicBezTo>
                    <a:pt x="124152" y="15"/>
                    <a:pt x="122195" y="1"/>
                    <a:pt x="11958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458;p37"/>
            <p:cNvSpPr/>
            <p:nvPr/>
          </p:nvSpPr>
          <p:spPr>
            <a:xfrm>
              <a:off x="5154480" y="3200400"/>
              <a:ext cx="10440" cy="9360"/>
            </a:xfrm>
            <a:custGeom>
              <a:avLst/>
              <a:gdLst>
                <a:gd name="textAreaLeft" fmla="*/ 0 w 10440"/>
                <a:gd name="textAreaRight" fmla="*/ 10800 w 1044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9167" h="8178">
                  <a:moveTo>
                    <a:pt x="4579" y="0"/>
                  </a:moveTo>
                  <a:cubicBezTo>
                    <a:pt x="3823" y="0"/>
                    <a:pt x="3059" y="217"/>
                    <a:pt x="2382" y="673"/>
                  </a:cubicBezTo>
                  <a:cubicBezTo>
                    <a:pt x="2317" y="673"/>
                    <a:pt x="2317" y="705"/>
                    <a:pt x="2284" y="705"/>
                  </a:cubicBezTo>
                  <a:cubicBezTo>
                    <a:pt x="490" y="1912"/>
                    <a:pt x="1" y="4293"/>
                    <a:pt x="1142" y="6087"/>
                  </a:cubicBezTo>
                  <a:cubicBezTo>
                    <a:pt x="1175" y="6153"/>
                    <a:pt x="1240" y="6218"/>
                    <a:pt x="1273" y="6316"/>
                  </a:cubicBezTo>
                  <a:cubicBezTo>
                    <a:pt x="2026" y="7508"/>
                    <a:pt x="3315" y="8177"/>
                    <a:pt x="4642" y="8177"/>
                  </a:cubicBezTo>
                  <a:cubicBezTo>
                    <a:pt x="5385" y="8177"/>
                    <a:pt x="6139" y="7967"/>
                    <a:pt x="6818" y="7523"/>
                  </a:cubicBezTo>
                  <a:cubicBezTo>
                    <a:pt x="6851" y="7523"/>
                    <a:pt x="6851" y="7490"/>
                    <a:pt x="6883" y="7490"/>
                  </a:cubicBezTo>
                  <a:cubicBezTo>
                    <a:pt x="8612" y="6348"/>
                    <a:pt x="9167" y="4032"/>
                    <a:pt x="8123" y="2173"/>
                  </a:cubicBezTo>
                  <a:cubicBezTo>
                    <a:pt x="8090" y="2108"/>
                    <a:pt x="8025" y="2075"/>
                    <a:pt x="7992" y="1977"/>
                  </a:cubicBezTo>
                  <a:cubicBezTo>
                    <a:pt x="7259" y="700"/>
                    <a:pt x="5934" y="0"/>
                    <a:pt x="45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459;p37"/>
            <p:cNvSpPr/>
            <p:nvPr/>
          </p:nvSpPr>
          <p:spPr>
            <a:xfrm>
              <a:off x="5122080" y="3213720"/>
              <a:ext cx="124920" cy="1299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106179" h="110289">
                  <a:moveTo>
                    <a:pt x="19199" y="1"/>
                  </a:moveTo>
                  <a:cubicBezTo>
                    <a:pt x="18076" y="1"/>
                    <a:pt x="16954" y="466"/>
                    <a:pt x="16148" y="1404"/>
                  </a:cubicBezTo>
                  <a:cubicBezTo>
                    <a:pt x="5840" y="13310"/>
                    <a:pt x="1" y="28739"/>
                    <a:pt x="33" y="44494"/>
                  </a:cubicBezTo>
                  <a:cubicBezTo>
                    <a:pt x="33" y="62077"/>
                    <a:pt x="6916" y="78582"/>
                    <a:pt x="19442" y="91010"/>
                  </a:cubicBezTo>
                  <a:cubicBezTo>
                    <a:pt x="31968" y="103439"/>
                    <a:pt x="48572" y="110289"/>
                    <a:pt x="66252" y="110289"/>
                  </a:cubicBezTo>
                  <a:cubicBezTo>
                    <a:pt x="69546" y="110289"/>
                    <a:pt x="72939" y="110060"/>
                    <a:pt x="76201" y="109571"/>
                  </a:cubicBezTo>
                  <a:cubicBezTo>
                    <a:pt x="86248" y="108071"/>
                    <a:pt x="95675" y="104352"/>
                    <a:pt x="103895" y="98643"/>
                  </a:cubicBezTo>
                  <a:cubicBezTo>
                    <a:pt x="105983" y="97208"/>
                    <a:pt x="106179" y="94272"/>
                    <a:pt x="104417" y="92478"/>
                  </a:cubicBezTo>
                  <a:cubicBezTo>
                    <a:pt x="104384" y="92348"/>
                    <a:pt x="104384" y="92315"/>
                    <a:pt x="104352" y="92315"/>
                  </a:cubicBezTo>
                  <a:cubicBezTo>
                    <a:pt x="103555" y="91537"/>
                    <a:pt x="102517" y="91128"/>
                    <a:pt x="101470" y="91128"/>
                  </a:cubicBezTo>
                  <a:cubicBezTo>
                    <a:pt x="100673" y="91128"/>
                    <a:pt x="99870" y="91365"/>
                    <a:pt x="99165" y="91859"/>
                  </a:cubicBezTo>
                  <a:cubicBezTo>
                    <a:pt x="91956" y="96849"/>
                    <a:pt x="83769" y="100111"/>
                    <a:pt x="74994" y="101416"/>
                  </a:cubicBezTo>
                  <a:cubicBezTo>
                    <a:pt x="72091" y="101808"/>
                    <a:pt x="69155" y="102069"/>
                    <a:pt x="66252" y="102069"/>
                  </a:cubicBezTo>
                  <a:cubicBezTo>
                    <a:pt x="50757" y="102069"/>
                    <a:pt x="36176" y="96066"/>
                    <a:pt x="25216" y="85171"/>
                  </a:cubicBezTo>
                  <a:cubicBezTo>
                    <a:pt x="14256" y="74309"/>
                    <a:pt x="8221" y="59826"/>
                    <a:pt x="8188" y="44462"/>
                  </a:cubicBezTo>
                  <a:cubicBezTo>
                    <a:pt x="8188" y="30664"/>
                    <a:pt x="13277" y="17126"/>
                    <a:pt x="22313" y="6721"/>
                  </a:cubicBezTo>
                  <a:cubicBezTo>
                    <a:pt x="23650" y="5188"/>
                    <a:pt x="23650" y="2904"/>
                    <a:pt x="22248" y="1404"/>
                  </a:cubicBezTo>
                  <a:lnTo>
                    <a:pt x="22215" y="1338"/>
                  </a:lnTo>
                  <a:cubicBezTo>
                    <a:pt x="21407" y="449"/>
                    <a:pt x="20302" y="1"/>
                    <a:pt x="191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160" bIns="65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460;p37"/>
            <p:cNvSpPr/>
            <p:nvPr/>
          </p:nvSpPr>
          <p:spPr>
            <a:xfrm>
              <a:off x="5251680" y="3307320"/>
              <a:ext cx="10800" cy="9720"/>
            </a:xfrm>
            <a:custGeom>
              <a:avLst/>
              <a:gdLst>
                <a:gd name="textAreaLeft" fmla="*/ 0 w 10800"/>
                <a:gd name="textAreaRight" fmla="*/ 11160 w 1080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9526" h="8489">
                  <a:moveTo>
                    <a:pt x="4871" y="1"/>
                  </a:moveTo>
                  <a:cubicBezTo>
                    <a:pt x="3710" y="1"/>
                    <a:pt x="2556" y="505"/>
                    <a:pt x="1762" y="1468"/>
                  </a:cubicBezTo>
                  <a:cubicBezTo>
                    <a:pt x="1632" y="1599"/>
                    <a:pt x="1567" y="1729"/>
                    <a:pt x="1436" y="1892"/>
                  </a:cubicBezTo>
                  <a:cubicBezTo>
                    <a:pt x="1" y="3588"/>
                    <a:pt x="294" y="6165"/>
                    <a:pt x="2056" y="7535"/>
                  </a:cubicBezTo>
                  <a:cubicBezTo>
                    <a:pt x="2089" y="7601"/>
                    <a:pt x="2121" y="7633"/>
                    <a:pt x="2186" y="7633"/>
                  </a:cubicBezTo>
                  <a:cubicBezTo>
                    <a:pt x="2903" y="8212"/>
                    <a:pt x="3766" y="8488"/>
                    <a:pt x="4627" y="8488"/>
                  </a:cubicBezTo>
                  <a:cubicBezTo>
                    <a:pt x="5802" y="8488"/>
                    <a:pt x="6974" y="7974"/>
                    <a:pt x="7764" y="7013"/>
                  </a:cubicBezTo>
                  <a:cubicBezTo>
                    <a:pt x="7895" y="6883"/>
                    <a:pt x="7960" y="6752"/>
                    <a:pt x="8091" y="6589"/>
                  </a:cubicBezTo>
                  <a:cubicBezTo>
                    <a:pt x="9526" y="4828"/>
                    <a:pt x="9200" y="2186"/>
                    <a:pt x="7340" y="848"/>
                  </a:cubicBezTo>
                  <a:cubicBezTo>
                    <a:pt x="7340" y="848"/>
                    <a:pt x="7308" y="816"/>
                    <a:pt x="7275" y="816"/>
                  </a:cubicBezTo>
                  <a:cubicBezTo>
                    <a:pt x="6561" y="267"/>
                    <a:pt x="5715" y="1"/>
                    <a:pt x="48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461;p37"/>
            <p:cNvSpPr/>
            <p:nvPr/>
          </p:nvSpPr>
          <p:spPr>
            <a:xfrm>
              <a:off x="5160240" y="3098520"/>
              <a:ext cx="177120" cy="207000"/>
            </a:xfrm>
            <a:custGeom>
              <a:avLst/>
              <a:gdLst>
                <a:gd name="textAreaLeft" fmla="*/ 0 w 177120"/>
                <a:gd name="textAreaRight" fmla="*/ 177480 w 17712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150412" h="175609">
                  <a:moveTo>
                    <a:pt x="63610" y="0"/>
                  </a:moveTo>
                  <a:cubicBezTo>
                    <a:pt x="61359" y="0"/>
                    <a:pt x="59532" y="1827"/>
                    <a:pt x="59532" y="4078"/>
                  </a:cubicBezTo>
                  <a:lnTo>
                    <a:pt x="59532" y="93228"/>
                  </a:lnTo>
                  <a:lnTo>
                    <a:pt x="59467" y="142060"/>
                  </a:lnTo>
                  <a:cubicBezTo>
                    <a:pt x="59467" y="153020"/>
                    <a:pt x="52421" y="162741"/>
                    <a:pt x="41950" y="166199"/>
                  </a:cubicBezTo>
                  <a:cubicBezTo>
                    <a:pt x="39320" y="167047"/>
                    <a:pt x="36616" y="167503"/>
                    <a:pt x="33881" y="167503"/>
                  </a:cubicBezTo>
                  <a:cubicBezTo>
                    <a:pt x="33462" y="167503"/>
                    <a:pt x="33042" y="167493"/>
                    <a:pt x="32621" y="167471"/>
                  </a:cubicBezTo>
                  <a:cubicBezTo>
                    <a:pt x="19181" y="166818"/>
                    <a:pt x="8515" y="155793"/>
                    <a:pt x="8319" y="142419"/>
                  </a:cubicBezTo>
                  <a:cubicBezTo>
                    <a:pt x="8221" y="135569"/>
                    <a:pt x="10798" y="129143"/>
                    <a:pt x="15593" y="124250"/>
                  </a:cubicBezTo>
                  <a:cubicBezTo>
                    <a:pt x="20454" y="119291"/>
                    <a:pt x="26978" y="116584"/>
                    <a:pt x="33926" y="116584"/>
                  </a:cubicBezTo>
                  <a:cubicBezTo>
                    <a:pt x="36633" y="116584"/>
                    <a:pt x="39373" y="117041"/>
                    <a:pt x="41983" y="117889"/>
                  </a:cubicBezTo>
                  <a:cubicBezTo>
                    <a:pt x="42399" y="118019"/>
                    <a:pt x="42825" y="118082"/>
                    <a:pt x="43246" y="118082"/>
                  </a:cubicBezTo>
                  <a:cubicBezTo>
                    <a:pt x="44409" y="118082"/>
                    <a:pt x="45540" y="117600"/>
                    <a:pt x="46354" y="116714"/>
                  </a:cubicBezTo>
                  <a:cubicBezTo>
                    <a:pt x="47006" y="115931"/>
                    <a:pt x="47332" y="114920"/>
                    <a:pt x="47332" y="113909"/>
                  </a:cubicBezTo>
                  <a:lnTo>
                    <a:pt x="47332" y="81028"/>
                  </a:lnTo>
                  <a:cubicBezTo>
                    <a:pt x="47332" y="79038"/>
                    <a:pt x="45865" y="77277"/>
                    <a:pt x="43875" y="76983"/>
                  </a:cubicBezTo>
                  <a:cubicBezTo>
                    <a:pt x="40547" y="76494"/>
                    <a:pt x="37220" y="76233"/>
                    <a:pt x="33926" y="76233"/>
                  </a:cubicBezTo>
                  <a:cubicBezTo>
                    <a:pt x="26651" y="76233"/>
                    <a:pt x="19638" y="77407"/>
                    <a:pt x="12984" y="79593"/>
                  </a:cubicBezTo>
                  <a:cubicBezTo>
                    <a:pt x="10831" y="80311"/>
                    <a:pt x="9820" y="82724"/>
                    <a:pt x="10831" y="84780"/>
                  </a:cubicBezTo>
                  <a:lnTo>
                    <a:pt x="10831" y="84812"/>
                  </a:lnTo>
                  <a:cubicBezTo>
                    <a:pt x="10961" y="85008"/>
                    <a:pt x="11092" y="85269"/>
                    <a:pt x="11157" y="85465"/>
                  </a:cubicBezTo>
                  <a:cubicBezTo>
                    <a:pt x="11790" y="86730"/>
                    <a:pt x="13091" y="87485"/>
                    <a:pt x="14435" y="87485"/>
                  </a:cubicBezTo>
                  <a:cubicBezTo>
                    <a:pt x="14823" y="87485"/>
                    <a:pt x="15214" y="87423"/>
                    <a:pt x="15593" y="87291"/>
                  </a:cubicBezTo>
                  <a:cubicBezTo>
                    <a:pt x="21400" y="85367"/>
                    <a:pt x="27565" y="84388"/>
                    <a:pt x="33860" y="84388"/>
                  </a:cubicBezTo>
                  <a:cubicBezTo>
                    <a:pt x="35622" y="84388"/>
                    <a:pt x="37383" y="84486"/>
                    <a:pt x="39145" y="84649"/>
                  </a:cubicBezTo>
                  <a:lnTo>
                    <a:pt x="39145" y="108853"/>
                  </a:lnTo>
                  <a:cubicBezTo>
                    <a:pt x="37383" y="108592"/>
                    <a:pt x="35622" y="108462"/>
                    <a:pt x="33860" y="108462"/>
                  </a:cubicBezTo>
                  <a:cubicBezTo>
                    <a:pt x="24727" y="108462"/>
                    <a:pt x="16180" y="112050"/>
                    <a:pt x="9787" y="118541"/>
                  </a:cubicBezTo>
                  <a:cubicBezTo>
                    <a:pt x="3426" y="124967"/>
                    <a:pt x="1" y="133481"/>
                    <a:pt x="99" y="142549"/>
                  </a:cubicBezTo>
                  <a:cubicBezTo>
                    <a:pt x="360" y="160197"/>
                    <a:pt x="14452" y="174712"/>
                    <a:pt x="32164" y="175561"/>
                  </a:cubicBezTo>
                  <a:cubicBezTo>
                    <a:pt x="32758" y="175593"/>
                    <a:pt x="33351" y="175609"/>
                    <a:pt x="33941" y="175609"/>
                  </a:cubicBezTo>
                  <a:cubicBezTo>
                    <a:pt x="37530" y="175609"/>
                    <a:pt x="41044" y="175018"/>
                    <a:pt x="44462" y="173897"/>
                  </a:cubicBezTo>
                  <a:cubicBezTo>
                    <a:pt x="58325" y="169330"/>
                    <a:pt x="67622" y="156543"/>
                    <a:pt x="67622" y="142027"/>
                  </a:cubicBezTo>
                  <a:lnTo>
                    <a:pt x="67687" y="93163"/>
                  </a:lnTo>
                  <a:lnTo>
                    <a:pt x="67687" y="8155"/>
                  </a:lnTo>
                  <a:lnTo>
                    <a:pt x="78321" y="8155"/>
                  </a:lnTo>
                  <a:cubicBezTo>
                    <a:pt x="81697" y="8133"/>
                    <a:pt x="85305" y="8095"/>
                    <a:pt x="88344" y="8095"/>
                  </a:cubicBezTo>
                  <a:cubicBezTo>
                    <a:pt x="89709" y="8095"/>
                    <a:pt x="90960" y="8103"/>
                    <a:pt x="92022" y="8123"/>
                  </a:cubicBezTo>
                  <a:cubicBezTo>
                    <a:pt x="93098" y="21073"/>
                    <a:pt x="98643" y="33110"/>
                    <a:pt x="107973" y="42374"/>
                  </a:cubicBezTo>
                  <a:cubicBezTo>
                    <a:pt x="117269" y="51573"/>
                    <a:pt x="129339" y="57053"/>
                    <a:pt x="142256" y="58031"/>
                  </a:cubicBezTo>
                  <a:cubicBezTo>
                    <a:pt x="142256" y="64131"/>
                    <a:pt x="142289" y="76005"/>
                    <a:pt x="142354" y="82333"/>
                  </a:cubicBezTo>
                  <a:cubicBezTo>
                    <a:pt x="133155" y="81876"/>
                    <a:pt x="124250" y="79821"/>
                    <a:pt x="115769" y="76233"/>
                  </a:cubicBezTo>
                  <a:cubicBezTo>
                    <a:pt x="109506" y="73624"/>
                    <a:pt x="103700" y="70198"/>
                    <a:pt x="98350" y="66088"/>
                  </a:cubicBezTo>
                  <a:cubicBezTo>
                    <a:pt x="97610" y="65524"/>
                    <a:pt x="96719" y="65238"/>
                    <a:pt x="95830" y="65238"/>
                  </a:cubicBezTo>
                  <a:cubicBezTo>
                    <a:pt x="95229" y="65238"/>
                    <a:pt x="94629" y="65369"/>
                    <a:pt x="94077" y="65632"/>
                  </a:cubicBezTo>
                  <a:cubicBezTo>
                    <a:pt x="92674" y="66284"/>
                    <a:pt x="91793" y="67752"/>
                    <a:pt x="91793" y="69318"/>
                  </a:cubicBezTo>
                  <a:lnTo>
                    <a:pt x="91956" y="142354"/>
                  </a:lnTo>
                  <a:cubicBezTo>
                    <a:pt x="91891" y="150443"/>
                    <a:pt x="90195" y="158272"/>
                    <a:pt x="86966" y="165514"/>
                  </a:cubicBezTo>
                  <a:cubicBezTo>
                    <a:pt x="86150" y="167308"/>
                    <a:pt x="86802" y="169428"/>
                    <a:pt x="88433" y="170472"/>
                  </a:cubicBezTo>
                  <a:cubicBezTo>
                    <a:pt x="88466" y="170472"/>
                    <a:pt x="88466" y="170505"/>
                    <a:pt x="88531" y="170505"/>
                  </a:cubicBezTo>
                  <a:cubicBezTo>
                    <a:pt x="89214" y="170960"/>
                    <a:pt x="89984" y="171174"/>
                    <a:pt x="90744" y="171174"/>
                  </a:cubicBezTo>
                  <a:cubicBezTo>
                    <a:pt x="92271" y="171174"/>
                    <a:pt x="93760" y="170311"/>
                    <a:pt x="94436" y="168808"/>
                  </a:cubicBezTo>
                  <a:cubicBezTo>
                    <a:pt x="98089" y="160555"/>
                    <a:pt x="100046" y="151650"/>
                    <a:pt x="100111" y="142354"/>
                  </a:cubicBezTo>
                  <a:lnTo>
                    <a:pt x="99850" y="77049"/>
                  </a:lnTo>
                  <a:lnTo>
                    <a:pt x="99850" y="77049"/>
                  </a:lnTo>
                  <a:cubicBezTo>
                    <a:pt x="103895" y="79593"/>
                    <a:pt x="108071" y="81844"/>
                    <a:pt x="112474" y="83670"/>
                  </a:cubicBezTo>
                  <a:cubicBezTo>
                    <a:pt x="123206" y="88205"/>
                    <a:pt x="134591" y="90521"/>
                    <a:pt x="146301" y="90521"/>
                  </a:cubicBezTo>
                  <a:cubicBezTo>
                    <a:pt x="147410" y="90521"/>
                    <a:pt x="148454" y="90097"/>
                    <a:pt x="149237" y="89346"/>
                  </a:cubicBezTo>
                  <a:cubicBezTo>
                    <a:pt x="149987" y="88563"/>
                    <a:pt x="150411" y="87552"/>
                    <a:pt x="150411" y="86443"/>
                  </a:cubicBezTo>
                  <a:lnTo>
                    <a:pt x="150379" y="70231"/>
                  </a:lnTo>
                  <a:lnTo>
                    <a:pt x="150313" y="54345"/>
                  </a:lnTo>
                  <a:cubicBezTo>
                    <a:pt x="150281" y="49974"/>
                    <a:pt x="146301" y="49942"/>
                    <a:pt x="146236" y="49942"/>
                  </a:cubicBezTo>
                  <a:cubicBezTo>
                    <a:pt x="120955" y="49942"/>
                    <a:pt x="100177" y="29358"/>
                    <a:pt x="99981" y="4045"/>
                  </a:cubicBezTo>
                  <a:cubicBezTo>
                    <a:pt x="99981" y="2121"/>
                    <a:pt x="98546" y="131"/>
                    <a:pt x="9590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eo Brutalist Style Business Basic Template by Slidesgo">
  <a:themeElements>
    <a:clrScheme name="Simple Light">
      <a:dk1>
        <a:srgbClr val="000000"/>
      </a:dk1>
      <a:lt1>
        <a:srgbClr val="fefef1"/>
      </a:lt1>
      <a:dk2>
        <a:srgbClr val="ffe67f"/>
      </a:dk2>
      <a:lt2>
        <a:srgbClr val="ff9729"/>
      </a:lt2>
      <a:accent1>
        <a:srgbClr val="ff5a34"/>
      </a:accent1>
      <a:accent2>
        <a:srgbClr val="c74c9f"/>
      </a:accent2>
      <a:accent3>
        <a:srgbClr val="fea9e8"/>
      </a:accent3>
      <a:accent4>
        <a:srgbClr val="91a8eb"/>
      </a:accent4>
      <a:accent5>
        <a:srgbClr val="21a193"/>
      </a:accent5>
      <a:accent6>
        <a:srgbClr val="06af56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2026-04-10T08:40:37Z</dcterms:created>
  <dc:creator>Unknown Creator</dc:creator>
  <dc:description/>
  <dc:language>en-US</dc:language>
  <cp:lastModifiedBy>Unknown Creator</cp:lastModifiedBy>
  <dcterms:modified xsi:type="dcterms:W3CDTF">2026-04-10T08:40:37Z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